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Gill Sans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PdjB+DNaNwQoujgNit6JBDfBH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GillSans-bold.fntdata"/><Relationship Id="rId25" Type="http://schemas.openxmlformats.org/officeDocument/2006/relationships/font" Target="fonts/GillSans-regular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2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1" type="ftr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-MN"/>
              <a:t>‹#›</a:t>
            </a:fld>
            <a:endParaRPr/>
          </a:p>
        </p:txBody>
      </p:sp>
      <p:cxnSp>
        <p:nvCxnSpPr>
          <p:cNvPr id="20" name="Google Shape;20;p22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-MN"/>
              <a:t>‹#›</a:t>
            </a:fld>
            <a:endParaRPr/>
          </a:p>
        </p:txBody>
      </p:sp>
      <p:cxnSp>
        <p:nvCxnSpPr>
          <p:cNvPr id="27" name="Google Shape;27;p23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-M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5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-MN"/>
              <a:t>‹#›</a:t>
            </a:fld>
            <a:endParaRPr/>
          </a:p>
        </p:txBody>
      </p:sp>
      <p:cxnSp>
        <p:nvCxnSpPr>
          <p:cNvPr id="38" name="Google Shape;38;p25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/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" type="body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2" type="body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-MN"/>
              <a:t>‹#›</a:t>
            </a:fld>
            <a:endParaRPr/>
          </a:p>
        </p:txBody>
      </p:sp>
      <p:cxnSp>
        <p:nvCxnSpPr>
          <p:cNvPr id="46" name="Google Shape;46;p26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7"/>
          <p:cNvSpPr txBox="1"/>
          <p:nvPr>
            <p:ph idx="2" type="body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3" type="body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7"/>
          <p:cNvSpPr txBox="1"/>
          <p:nvPr>
            <p:ph idx="4" type="body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-MN"/>
              <a:t>‹#›</a:t>
            </a:fld>
            <a:endParaRPr/>
          </a:p>
        </p:txBody>
      </p:sp>
      <p:cxnSp>
        <p:nvCxnSpPr>
          <p:cNvPr id="56" name="Google Shape;56;p27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8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-MN"/>
              <a:t>‹#›</a:t>
            </a:fld>
            <a:endParaRPr/>
          </a:p>
        </p:txBody>
      </p:sp>
      <p:cxnSp>
        <p:nvCxnSpPr>
          <p:cNvPr id="62" name="Google Shape;62;p28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/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9"/>
          <p:cNvSpPr txBox="1"/>
          <p:nvPr>
            <p:ph idx="1" type="body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2" type="body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9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-MN"/>
              <a:t>‹#›</a:t>
            </a:fld>
            <a:endParaRPr/>
          </a:p>
        </p:txBody>
      </p:sp>
      <p:cxnSp>
        <p:nvCxnSpPr>
          <p:cNvPr id="70" name="Google Shape;70;p29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30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3" name="Google Shape;73;p30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372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0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30"/>
          <p:cNvSpPr txBox="1"/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30"/>
          <p:cNvSpPr txBox="1"/>
          <p:nvPr>
            <p:ph idx="1" type="body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30"/>
          <p:cNvSpPr txBox="1"/>
          <p:nvPr>
            <p:ph idx="10" type="dt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1" type="ftr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-MN"/>
              <a:t>‹#›</a:t>
            </a:fld>
            <a:endParaRPr/>
          </a:p>
        </p:txBody>
      </p:sp>
      <p:cxnSp>
        <p:nvCxnSpPr>
          <p:cNvPr id="81" name="Google Shape;81;p30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" type="body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-MN"/>
              <a:t>‹#›</a:t>
            </a:fld>
            <a:endParaRPr/>
          </a:p>
        </p:txBody>
      </p:sp>
      <p:cxnSp>
        <p:nvCxnSpPr>
          <p:cNvPr id="88" name="Google Shape;88;p3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2"/>
          <p:cNvSpPr txBox="1"/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2"/>
          <p:cNvSpPr txBox="1"/>
          <p:nvPr>
            <p:ph idx="1" type="body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-MN"/>
              <a:t>‹#›</a:t>
            </a:fld>
            <a:endParaRPr/>
          </a:p>
        </p:txBody>
      </p:sp>
      <p:cxnSp>
        <p:nvCxnSpPr>
          <p:cNvPr id="95" name="Google Shape;95;p32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" name="Google Shape;7;p21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1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-MN"/>
              <a:t>‹#›</a:t>
            </a:fld>
            <a:endParaRPr/>
          </a:p>
        </p:txBody>
      </p:sp>
      <p:cxnSp>
        <p:nvCxnSpPr>
          <p:cNvPr id="13" name="Google Shape;13;p21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3479890" y="1843309"/>
            <a:ext cx="7176387" cy="177912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mn-MN" sz="4000"/>
              <a:t>НОМЫН САНГИЙН СИСТЕМ </a:t>
            </a:r>
            <a:br>
              <a:rPr lang="mn-MN" sz="4000"/>
            </a:br>
            <a:endParaRPr sz="4000"/>
          </a:p>
        </p:txBody>
      </p:sp>
      <p:sp>
        <p:nvSpPr>
          <p:cNvPr id="101" name="Google Shape;101;p1"/>
          <p:cNvSpPr txBox="1"/>
          <p:nvPr/>
        </p:nvSpPr>
        <p:spPr>
          <a:xfrm>
            <a:off x="6696222" y="3622433"/>
            <a:ext cx="6349211" cy="11897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b="0" i="0" lang="mn-MN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П.Өсөхжаргал SE22D028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340233" y="276981"/>
            <a:ext cx="6749886" cy="91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mn-MN" cap="none"/>
              <a:t>Энэ төслийг яагаад сонгосон бэ?</a:t>
            </a:r>
            <a:endParaRPr cap="none"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738555" y="975362"/>
            <a:ext cx="7251895" cy="2453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mn-MN"/>
              <a:t>Системийн бүтэц нь энгийн, ойлгоход хялбар тул богино хугацаанд үр дүнтэй хөгжүүлэх боломжтой байсан.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mn-MN"/>
              <a:t>Интернэтэд олон нээлттэй эх сурвалжтай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mn-MN"/>
              <a:t>Програмчлалын үндсэн ойлголтыг багтаадаг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mn-MN"/>
              <a:t>Суралцахад тохиромжтой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340233" y="3409845"/>
            <a:ext cx="495625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Ямар асуудлыг шийдэж байна вэ?</a:t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61182" y="4002259"/>
            <a:ext cx="6949440" cy="1983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b="0" lang="mn-MN" sz="2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Хэрэглэгч номыг онлайнаар үзэж, зээлж, буцааж болно.</a:t>
            </a:r>
            <a:endParaRPr b="0" sz="20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b="0" lang="mn-MN" sz="2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Админ хэрэглэгчид номын мэдээлэлд шууд өөрчлөлт хийх, хянах боломжтой болно.</a:t>
            </a:r>
            <a:endParaRPr/>
          </a:p>
          <a:p>
            <a:pPr indent="-101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t/>
            </a:r>
            <a:endParaRPr b="0" sz="20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4391727" y="1121043"/>
            <a:ext cx="4752273" cy="651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mn-MN" cap="none"/>
              <a:t>Төслийн зорилго</a:t>
            </a:r>
            <a:endParaRPr cap="none"/>
          </a:p>
        </p:txBody>
      </p:sp>
      <p:sp>
        <p:nvSpPr>
          <p:cNvPr id="115" name="Google Shape;115;p3"/>
          <p:cNvSpPr txBox="1"/>
          <p:nvPr/>
        </p:nvSpPr>
        <p:spPr>
          <a:xfrm>
            <a:off x="1322363" y="2208330"/>
            <a:ext cx="5781821" cy="3366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Үндсэн зорилго: Системээр дамжуулан:</a:t>
            </a:r>
            <a:endParaRPr/>
          </a:p>
          <a:p>
            <a:pPr indent="-285750" lvl="1" marL="74295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mn-MN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Ном үзэх</a:t>
            </a:r>
            <a:endParaRPr/>
          </a:p>
          <a:p>
            <a:pPr indent="-285750" lvl="1" marL="74295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mn-MN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Ном зээлэх, буцаах</a:t>
            </a:r>
            <a:endParaRPr/>
          </a:p>
          <a:p>
            <a:pPr indent="-285750" lvl="1" marL="74295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mn-MN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Админ ном удирдах боломжтой болгох</a:t>
            </a:r>
            <a:endParaRPr/>
          </a:p>
          <a:p>
            <a:pPr indent="-285750" lvl="1" marL="74295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mn-MN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Хоцорсон Төлбөрийн Тооцоолол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mn-MN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Төрөл / Жанрын Удирдлага:</a:t>
            </a:r>
            <a:endParaRPr/>
          </a:p>
          <a:p>
            <a:pPr indent="-285750" lvl="1" marL="74295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mn-MN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Ном Хайх ба Шүүлт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6410179" y="2208329"/>
            <a:ext cx="5781821" cy="3366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Боломжит зорилгууд:</a:t>
            </a:r>
            <a:endParaRPr/>
          </a:p>
          <a:p>
            <a:pPr indent="-285750" lvl="1" marL="74295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mn-MN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Хэрэглэгчийн профайл</a:t>
            </a:r>
            <a:endParaRPr/>
          </a:p>
          <a:p>
            <a:pPr indent="-285750" lvl="1" marL="74295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mn-MN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Олон Хэлний Дэмжлэг</a:t>
            </a:r>
            <a:endParaRPr/>
          </a:p>
          <a:p>
            <a:pPr indent="-285750" lvl="1" marL="74295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mn-MN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Мэдэгдэл, анхааруулга илгээх</a:t>
            </a:r>
            <a:endParaRPr/>
          </a:p>
          <a:p>
            <a:pPr indent="-285750" lvl="1" marL="74295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mn-MN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AI чатбот нэмэх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1451580" y="804519"/>
            <a:ext cx="7193018" cy="82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mn-MN" cap="none"/>
              <a:t>Ашигласан технологиуд</a:t>
            </a:r>
            <a:endParaRPr cap="none"/>
          </a:p>
        </p:txBody>
      </p:sp>
      <p:sp>
        <p:nvSpPr>
          <p:cNvPr id="122" name="Google Shape;122;p4"/>
          <p:cNvSpPr txBox="1"/>
          <p:nvPr/>
        </p:nvSpPr>
        <p:spPr>
          <a:xfrm>
            <a:off x="1526344" y="2018715"/>
            <a:ext cx="8433582" cy="4034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364565" y="2018715"/>
            <a:ext cx="4670475" cy="4034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b="1"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Frontend (гадаад харагдац):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HTML5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CSS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b="1"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Backend (сервер тал):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PHP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Javascript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b="1"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Өгөгдлийн сан: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MySQL</a:t>
            </a:r>
            <a:endParaRPr/>
          </a:p>
          <a:p>
            <a:pPr indent="-101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6309360" y="2018715"/>
            <a:ext cx="4670475" cy="2577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b="1"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Хөгжүүлэлтийн хэрэгсэл: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Dreamweaver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WAMP64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type="title"/>
          </p:nvPr>
        </p:nvSpPr>
        <p:spPr>
          <a:xfrm>
            <a:off x="6925994" y="1269611"/>
            <a:ext cx="4916658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mn-MN" cap="none"/>
              <a:t>Үндсэн функцууд</a:t>
            </a:r>
            <a:endParaRPr cap="none"/>
          </a:p>
        </p:txBody>
      </p:sp>
      <p:sp>
        <p:nvSpPr>
          <p:cNvPr id="130" name="Google Shape;130;p5"/>
          <p:cNvSpPr txBox="1"/>
          <p:nvPr/>
        </p:nvSpPr>
        <p:spPr>
          <a:xfrm>
            <a:off x="759655" y="2447482"/>
            <a:ext cx="5781821" cy="2124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6977578" y="2238812"/>
            <a:ext cx="4865074" cy="3275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Номын жагсаалт үзэх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Ном зээлэх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Ном буцаах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Хайлт хийх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Админ панел — ном нэмэх/засах/устгах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Хэрэглэгч нэвтрэх / гарах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1477110" y="1269611"/>
            <a:ext cx="4916658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Хэрэглэгчийн төрлүүд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1629509" y="2238812"/>
            <a:ext cx="4180447" cy="3725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b="1"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Ердийн хэрэглэгч:</a:t>
            </a: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Ном зээлж, зээлсэн номоо харах 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b="1"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Админ:</a:t>
            </a: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Ном нэмэх, устгах, зээлэлт удирдах ямар хэрэглэгч ямар ном авсан өгсөн харах гэх мэт хэрэглэгчид байхгүй эрхтэй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/>
        </p:nvSpPr>
        <p:spPr>
          <a:xfrm>
            <a:off x="2499491" y="417657"/>
            <a:ext cx="7193018" cy="82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1" i="0" lang="mn-MN" sz="4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ERD Diagram</a:t>
            </a:r>
            <a:endParaRPr/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664" y="1244990"/>
            <a:ext cx="8677007" cy="4998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2499491" y="417657"/>
            <a:ext cx="7193018" cy="82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1" i="0" lang="mn-MN" sz="4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Ерөнхий Диаграм</a:t>
            </a:r>
            <a:endParaRPr b="1" i="0" sz="40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647" y="1177927"/>
            <a:ext cx="8824718" cy="5262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/>
        </p:nvSpPr>
        <p:spPr>
          <a:xfrm>
            <a:off x="2499491" y="417657"/>
            <a:ext cx="7193018" cy="82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1" i="0" lang="mn-MN" sz="4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Өгөгдлийн Урсгалын Диаграм</a:t>
            </a:r>
            <a:endParaRPr b="1" i="0" sz="40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1" name="Google Shape;1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1393" y="1119711"/>
            <a:ext cx="8543192" cy="5520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/>
        </p:nvSpPr>
        <p:spPr>
          <a:xfrm>
            <a:off x="2520462" y="903851"/>
            <a:ext cx="2818227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Бүртгүүлэх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299" y="1810028"/>
            <a:ext cx="4585699" cy="4323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3998" y="1810029"/>
            <a:ext cx="5475663" cy="432348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 txBox="1"/>
          <p:nvPr/>
        </p:nvSpPr>
        <p:spPr>
          <a:xfrm>
            <a:off x="7535593" y="903851"/>
            <a:ext cx="3212123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Нэвтрэх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/>
        </p:nvSpPr>
        <p:spPr>
          <a:xfrm>
            <a:off x="2520462" y="903851"/>
            <a:ext cx="2818227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Бүртгүүлэх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7535593" y="903851"/>
            <a:ext cx="3212123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Нэвтрэх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41606"/>
            <a:ext cx="12296331" cy="632342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 txBox="1"/>
          <p:nvPr/>
        </p:nvSpPr>
        <p:spPr>
          <a:xfrm>
            <a:off x="4740815" y="0"/>
            <a:ext cx="4916658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Нүүр хуудас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/>
          <p:nvPr/>
        </p:nvSpPr>
        <p:spPr>
          <a:xfrm>
            <a:off x="698695" y="239151"/>
            <a:ext cx="2818227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Зээлсэн номоо харах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8421859" y="239151"/>
            <a:ext cx="3212123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Хэрэглэгчдийн зан төлөв харах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4" name="Google Shape;1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63637"/>
            <a:ext cx="5866228" cy="5176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6228" y="963637"/>
            <a:ext cx="6325771" cy="517691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1"/>
          <p:cNvSpPr txBox="1"/>
          <p:nvPr/>
        </p:nvSpPr>
        <p:spPr>
          <a:xfrm>
            <a:off x="4417255" y="239151"/>
            <a:ext cx="2818227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Миний профайл хэсэг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/>
          <p:nvPr/>
        </p:nvSpPr>
        <p:spPr>
          <a:xfrm>
            <a:off x="2520462" y="903851"/>
            <a:ext cx="2818227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Бүртгүүлэх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7535593" y="903851"/>
            <a:ext cx="3212123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Нэвтрэх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2520462" y="-31295"/>
            <a:ext cx="7104182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Ном нэмэх , засах , устгах админы хэсэг.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84" name="Google Shape;1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2531"/>
            <a:ext cx="12192000" cy="637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/>
        </p:nvSpPr>
        <p:spPr>
          <a:xfrm>
            <a:off x="2520462" y="903851"/>
            <a:ext cx="2818227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Бүртгүүлэх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7535593" y="903851"/>
            <a:ext cx="3212123" cy="72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Нэвтрэх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91" name="Google Shape;1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7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type="ctrTitle"/>
          </p:nvPr>
        </p:nvSpPr>
        <p:spPr>
          <a:xfrm>
            <a:off x="3479890" y="1843308"/>
            <a:ext cx="7176387" cy="246843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mn-MN" sz="4000"/>
              <a:t>НЭМЭЛТ ФУНКЦУУД</a:t>
            </a:r>
            <a:br>
              <a:rPr lang="mn-MN" sz="4000"/>
            </a:br>
            <a:br>
              <a:rPr lang="mn-MN" sz="4000"/>
            </a:br>
            <a:endParaRPr sz="4000"/>
          </a:p>
        </p:txBody>
      </p:sp>
      <p:pic>
        <p:nvPicPr>
          <p:cNvPr id="197" name="Google Shape;1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192000" cy="6149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597876"/>
            <a:ext cx="7969347" cy="6260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9347" y="597875"/>
            <a:ext cx="4222651" cy="626012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5"/>
          <p:cNvSpPr txBox="1"/>
          <p:nvPr/>
        </p:nvSpPr>
        <p:spPr>
          <a:xfrm>
            <a:off x="7969348" y="-131886"/>
            <a:ext cx="5040661" cy="6435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Ном онлайнаар унших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1786861" y="-339386"/>
            <a:ext cx="5028938" cy="8510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Номын дэлгэрэнгүй хэсэг</a:t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/>
          <p:nvPr>
            <p:ph type="title"/>
          </p:nvPr>
        </p:nvSpPr>
        <p:spPr>
          <a:xfrm>
            <a:off x="4342359" y="143338"/>
            <a:ext cx="3507282" cy="82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mn-MN" cap="none"/>
              <a:t>Нэмэлт функцууд</a:t>
            </a:r>
            <a:endParaRPr cap="none"/>
          </a:p>
        </p:txBody>
      </p:sp>
      <p:sp>
        <p:nvSpPr>
          <p:cNvPr id="211" name="Google Shape;211;p16"/>
          <p:cNvSpPr txBox="1"/>
          <p:nvPr/>
        </p:nvSpPr>
        <p:spPr>
          <a:xfrm>
            <a:off x="1526344" y="2018715"/>
            <a:ext cx="8433582" cy="4034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12" name="Google Shape;2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879" y="2091712"/>
            <a:ext cx="5591721" cy="2829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6"/>
          <p:cNvSpPr txBox="1"/>
          <p:nvPr/>
        </p:nvSpPr>
        <p:spPr>
          <a:xfrm>
            <a:off x="1160716" y="959263"/>
            <a:ext cx="3507282" cy="82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Php mailer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Ашиглан ном зээлэх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b="0" i="0" lang="mn-MN" sz="32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агшинд мэдэгдэнэ.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7702193" y="1081026"/>
            <a:ext cx="3507282" cy="82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rPr b="0" i="0" lang="mn-MN" sz="28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Хэлний сонголт</a:t>
            </a:r>
            <a:endParaRPr b="0" i="0" sz="28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15" name="Google Shape;2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2091712"/>
            <a:ext cx="5753903" cy="2843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/>
          <p:nvPr>
            <p:ph type="title"/>
          </p:nvPr>
        </p:nvSpPr>
        <p:spPr>
          <a:xfrm>
            <a:off x="4342359" y="-22814"/>
            <a:ext cx="3507282" cy="82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mn-MN" cap="none"/>
              <a:t>Номын сангийн өгөгдлийн сантай холбогдсон.</a:t>
            </a:r>
            <a:endParaRPr cap="none"/>
          </a:p>
        </p:txBody>
      </p:sp>
      <p:sp>
        <p:nvSpPr>
          <p:cNvPr id="221" name="Google Shape;221;p17"/>
          <p:cNvSpPr txBox="1"/>
          <p:nvPr/>
        </p:nvSpPr>
        <p:spPr>
          <a:xfrm>
            <a:off x="1526344" y="2018715"/>
            <a:ext cx="8433582" cy="4034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982526" y="369088"/>
            <a:ext cx="3237782" cy="700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t/>
            </a:r>
            <a:endParaRPr b="0" i="0" sz="32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8546255" y="-36882"/>
            <a:ext cx="3507282" cy="82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Gill Sans"/>
              <a:buNone/>
            </a:pPr>
            <a:r>
              <a:rPr b="0" i="0" lang="mn-MN" sz="27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Зөвхөн номын сантай холбоотой асуултад хариулна.</a:t>
            </a:r>
            <a:endParaRPr/>
          </a:p>
        </p:txBody>
      </p:sp>
      <p:pic>
        <p:nvPicPr>
          <p:cNvPr id="224" name="Google Shape;2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1458"/>
            <a:ext cx="4051495" cy="5669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1495" y="1205308"/>
            <a:ext cx="4178105" cy="5669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4430" y="1205308"/>
            <a:ext cx="3997569" cy="565269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7"/>
          <p:cNvSpPr txBox="1"/>
          <p:nvPr/>
        </p:nvSpPr>
        <p:spPr>
          <a:xfrm>
            <a:off x="666264" y="401214"/>
            <a:ext cx="3507282" cy="82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b="0" i="0" lang="mn-MN" sz="24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OpenAI ChatGPT-4.1o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t/>
            </a:r>
            <a:endParaRPr b="0" i="0" sz="24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/>
          <p:nvPr>
            <p:ph type="title"/>
          </p:nvPr>
        </p:nvSpPr>
        <p:spPr>
          <a:xfrm>
            <a:off x="3800884" y="1191382"/>
            <a:ext cx="7193018" cy="82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mn-MN" cap="none"/>
              <a:t>Үүссэн бэрхшээлүүд</a:t>
            </a:r>
            <a:endParaRPr cap="none"/>
          </a:p>
        </p:txBody>
      </p:sp>
      <p:sp>
        <p:nvSpPr>
          <p:cNvPr id="233" name="Google Shape;233;p18"/>
          <p:cNvSpPr txBox="1"/>
          <p:nvPr/>
        </p:nvSpPr>
        <p:spPr>
          <a:xfrm>
            <a:off x="1526344" y="2018715"/>
            <a:ext cx="8433582" cy="4034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1364565" y="2018715"/>
            <a:ext cx="8911885" cy="4034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Frontend буюу хэрэглэгчийн интерфэйсийн асуудал: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Загвар, өнгөний зохицол, дэлгэцийн зохион байгуулалт (CSS, layout) дээр олон алдаа гарсан.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CRUD үйлдлийн хүндрэл (Ном нэмэх, засах, устгах)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Хэрэглэгчийн оруулсан мэдээллийг шалгах, өгөгдлийн сан руу зөв дамжуулах, зураг upload хийх үе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/>
          <p:nvPr>
            <p:ph type="title"/>
          </p:nvPr>
        </p:nvSpPr>
        <p:spPr>
          <a:xfrm>
            <a:off x="3800884" y="1191382"/>
            <a:ext cx="7193018" cy="82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mn-MN" cap="none"/>
              <a:t> Дүгнэлт</a:t>
            </a:r>
            <a:endParaRPr cap="none"/>
          </a:p>
        </p:txBody>
      </p:sp>
      <p:sp>
        <p:nvSpPr>
          <p:cNvPr id="240" name="Google Shape;240;p19"/>
          <p:cNvSpPr txBox="1"/>
          <p:nvPr/>
        </p:nvSpPr>
        <p:spPr>
          <a:xfrm>
            <a:off x="1526344" y="2018715"/>
            <a:ext cx="8433582" cy="4034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1364565" y="2018715"/>
            <a:ext cx="8911885" cy="4034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b="1"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Юу сурсан бэ: </a:t>
            </a:r>
            <a:r>
              <a:rPr lang="mn-M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PHP, MySQL ашиглан бүрэн систем бүтээх, хэлний олон хувилбар дэмжих арга, хэрэглэгчийн интерфэйс боловсруулах чадвар эзэмшсэн.</a:t>
            </a: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CRUD үйлдлийн хүндрэл (Ном нэмэх, засах, устгах)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b="1"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Системийн хэрэгцээ:</a:t>
            </a:r>
            <a:b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Ном зээлэх, буцаах үйл явцыг цахимжуулж, хэрэглэгч болон админд хялбар, хурдан болгодог.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b="1"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Цаашдын хөгжүүлэлт:</a:t>
            </a:r>
            <a:b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mn-M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Төлбөрийн систем , QR код уншигч , CRUD функц сайжруулах.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 txBox="1"/>
          <p:nvPr>
            <p:ph type="title"/>
          </p:nvPr>
        </p:nvSpPr>
        <p:spPr>
          <a:xfrm>
            <a:off x="3132668" y="2021039"/>
            <a:ext cx="9718169" cy="309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Gill Sans"/>
              <a:buNone/>
            </a:pPr>
            <a:r>
              <a:rPr lang="mn-MN" sz="8800" cap="none"/>
              <a:t>Баярлалаа.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2025-06-09T03:48:47Z</dcterms:created>
  <dc:creator>Purevjargal</dc:creator>
</cp:coreProperties>
</file>